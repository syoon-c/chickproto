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3347544ed94402" /><Relationship Type="http://schemas.openxmlformats.org/officeDocument/2006/relationships/extended-properties" Target="/docProps/app.xml" Id="R6a80b9aecc7243e2" /><Relationship Type="http://schemas.openxmlformats.org/officeDocument/2006/relationships/officeDocument" Target="/ppt/presentation.xml" Id="R502a19e21a9f4e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2a5cc051cd473a"/>
  </p:sldMasterIdLst>
  <p:notesMasterIdLst>
    <p:notesMasterId xmlns:r="http://schemas.openxmlformats.org/officeDocument/2006/relationships" r:id="R192291e1a3ed4417"/>
  </p:notesMasterIdLst>
  <p:sldIdLst>
    <p:sldId xmlns:r="http://schemas.openxmlformats.org/officeDocument/2006/relationships" id="256" r:id="R29806af0be9e49e8"/>
    <p:sldId xmlns:r="http://schemas.openxmlformats.org/officeDocument/2006/relationships" id="257" r:id="R5d5c0f14d2414364"/>
    <p:sldId xmlns:r="http://schemas.openxmlformats.org/officeDocument/2006/relationships" id="258" r:id="R04205b26c68a42dd"/>
    <p:sldId xmlns:r="http://schemas.openxmlformats.org/officeDocument/2006/relationships" id="259" r:id="R6c87b3a28f104bbc"/>
    <p:sldId xmlns:r="http://schemas.openxmlformats.org/officeDocument/2006/relationships" id="260" r:id="R65e2acb2b6544ebf"/>
    <p:sldId xmlns:r="http://schemas.openxmlformats.org/officeDocument/2006/relationships" id="261" r:id="Rd20d56a01ed64aed"/>
    <p:sldId xmlns:r="http://schemas.openxmlformats.org/officeDocument/2006/relationships" id="262" r:id="Rf12adcdf2a244c27"/>
    <p:sldId xmlns:r="http://schemas.openxmlformats.org/officeDocument/2006/relationships" id="263" r:id="Rf6472907988a49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2671ac6fd94d32" /><Relationship Type="http://schemas.openxmlformats.org/officeDocument/2006/relationships/slideMaster" Target="/ppt/slideMasters/slideMaster1.xml" Id="R842a5cc051cd473a" /><Relationship Type="http://schemas.openxmlformats.org/officeDocument/2006/relationships/notesMaster" Target="/ppt/notesMasters/notesMaster1.xml" Id="R192291e1a3ed4417" /><Relationship Type="http://schemas.openxmlformats.org/officeDocument/2006/relationships/presProps" Target="/ppt/presProps.xml" Id="R24b3245d26624dee" /><Relationship Type="http://schemas.openxmlformats.org/officeDocument/2006/relationships/tableStyles" Target="/ppt/tableStyles.xml" Id="Rf95dd565da8c4b27" /><Relationship Type="http://schemas.openxmlformats.org/officeDocument/2006/relationships/slide" Target="/ppt/slides/slide1.xml" Id="R29806af0be9e49e8" /><Relationship Type="http://schemas.openxmlformats.org/officeDocument/2006/relationships/slide" Target="/ppt/slides/slide2.xml" Id="R5d5c0f14d2414364" /><Relationship Type="http://schemas.openxmlformats.org/officeDocument/2006/relationships/slide" Target="/ppt/slides/slide3.xml" Id="R04205b26c68a42dd" /><Relationship Type="http://schemas.openxmlformats.org/officeDocument/2006/relationships/slide" Target="/ppt/slides/slide4.xml" Id="R6c87b3a28f104bbc" /><Relationship Type="http://schemas.openxmlformats.org/officeDocument/2006/relationships/slide" Target="/ppt/slides/slide5.xml" Id="R65e2acb2b6544ebf" /><Relationship Type="http://schemas.openxmlformats.org/officeDocument/2006/relationships/slide" Target="/ppt/slides/slide6.xml" Id="Rd20d56a01ed64aed" /><Relationship Type="http://schemas.openxmlformats.org/officeDocument/2006/relationships/slide" Target="/ppt/slides/slide7.xml" Id="Rf12adcdf2a244c27" /><Relationship Type="http://schemas.openxmlformats.org/officeDocument/2006/relationships/slide" Target="/ppt/slides/slide8.xml" Id="Rf6472907988a49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f47adcbdad42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df40aff2d349b3" /><Relationship Type="http://schemas.openxmlformats.org/officeDocument/2006/relationships/notesMaster" Target="/ppt/notesMasters/notesMaster1.xml" Id="R437612fe27814a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d3d4f6c65044bf" /><Relationship Type="http://schemas.openxmlformats.org/officeDocument/2006/relationships/notesMaster" Target="/ppt/notesMasters/notesMaster1.xml" Id="R6892750a0b174e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b01994ec134d7a" /><Relationship Type="http://schemas.openxmlformats.org/officeDocument/2006/relationships/notesMaster" Target="/ppt/notesMasters/notesMaster1.xml" Id="R6b4b711db0d749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8fc2bc878140ed" /><Relationship Type="http://schemas.openxmlformats.org/officeDocument/2006/relationships/notesMaster" Target="/ppt/notesMasters/notesMaster1.xml" Id="Rc6063b36822944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12d5c0eaef4b2c" /><Relationship Type="http://schemas.openxmlformats.org/officeDocument/2006/relationships/notesMaster" Target="/ppt/notesMasters/notesMaster1.xml" Id="R5ba600951b084f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fb926e34e94314" /><Relationship Type="http://schemas.openxmlformats.org/officeDocument/2006/relationships/notesMaster" Target="/ppt/notesMasters/notesMaster1.xml" Id="R289c5ac8209745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3a7a3ab47d4978" /><Relationship Type="http://schemas.openxmlformats.org/officeDocument/2006/relationships/notesMaster" Target="/ppt/notesMasters/notesMaster1.xml" Id="Ra5849b87f03249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b3ad31cc5c496c" /><Relationship Type="http://schemas.openxmlformats.org/officeDocument/2006/relationships/notesMaster" Target="/ppt/notesMasters/notesMaster1.xml" Id="R95191a07120549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삐약마을 핵심 시스템과 성장 구조 기획 초안 및 프로젝트 내 병아리 에셋.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현재 기획 초안의 핵심 흐름. 병아리 획득 후 새 행동이 이어지는 점을 강조.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기획 초안의 성장 구조. 수치가 아니라 행동과 공간의 변화를 중심으로 정리.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기획 초안의 병아리 경험 예시. 식물을 좋아하는 병아리는 설명을 위한 가상 사례.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기획 초안의 특기 키워드. 수치·쿨타임·병아리별 배정은 미확정.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기획 초안과 프로젝트 내 게임 에셋. 가구는 방문 조건 이후에도 반복 사용되어야 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기획 초안의 재화 개념. 재화 명칭은 임시이며 구체 수치는 미정.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기획 초안의 신규 콘텐츠 연결 원칙. 병아리 특기, 가구, 아이템, 지역을 한 묶음으로 설계.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0c2414649e49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7482d800c74a89" /><Relationship Type="http://schemas.openxmlformats.org/officeDocument/2006/relationships/slideLayout" Target="/ppt/slideLayouts/slideLayout1.xml" Id="Re7edd1c0142f40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edd1c0142f40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354e28d87400e" /><Relationship Type="http://schemas.openxmlformats.org/officeDocument/2006/relationships/image" Target="/ppt/media/image.png" Id="Rc2c335c83f574cf4" /><Relationship Type="http://schemas.openxmlformats.org/officeDocument/2006/relationships/notesSlide" Target="/ppt/notesSlides/notesSlide1.xml" Id="R6b16972c2e1543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e786341ad4bfc" /><Relationship Type="http://schemas.openxmlformats.org/officeDocument/2006/relationships/notesSlide" Target="/ppt/notesSlides/notesSlide2.xml" Id="Rf743294749e644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7ce9c8c1a44fc" /><Relationship Type="http://schemas.openxmlformats.org/officeDocument/2006/relationships/notesSlide" Target="/ppt/notesSlides/notesSlide3.xml" Id="R7633577cf92945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718fb554f455f" /><Relationship Type="http://schemas.openxmlformats.org/officeDocument/2006/relationships/notesSlide" Target="/ppt/notesSlides/notesSlide4.xml" Id="R1594ff6f996246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cd2d128144515" /><Relationship Type="http://schemas.openxmlformats.org/officeDocument/2006/relationships/notesSlide" Target="/ppt/notesSlides/notesSlide5.xml" Id="Rf960c3879ddf4f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b6cf9bf0f4818" /><Relationship Type="http://schemas.openxmlformats.org/officeDocument/2006/relationships/image" Target="/ppt/media/image2.png" Id="R942a3c88fc894e3f" /><Relationship Type="http://schemas.openxmlformats.org/officeDocument/2006/relationships/image" Target="/ppt/media/image3.png" Id="R3aa45b87bf21416c" /><Relationship Type="http://schemas.openxmlformats.org/officeDocument/2006/relationships/image" Target="/ppt/media/image4.png" Id="R9f0e4b7e88d144b8" /><Relationship Type="http://schemas.openxmlformats.org/officeDocument/2006/relationships/notesSlide" Target="/ppt/notesSlides/notesSlide6.xml" Id="Rc9a1ee3bc15642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f7b5a472c41b6" /><Relationship Type="http://schemas.openxmlformats.org/officeDocument/2006/relationships/notesSlide" Target="/ppt/notesSlides/notesSlide7.xml" Id="R77a0e9d380834b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97035bc674bf2" /><Relationship Type="http://schemas.openxmlformats.org/officeDocument/2006/relationships/notesSlide" Target="/ppt/notesSlides/notesSlide8.xml" Id="Rc6950fb1332346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CB001-ED78-4415-84E2-D00E7F80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88A00-B2E7-42E8-A425-873C9405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50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삐약마을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8A79C-F8C9-4046-8653-E5C8DEF0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7810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핵심 시스템과 성장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BC769-2A54-49F6-A066-3CFB90F7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67075"/>
            <a:ext cx="7334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만든 공간에 병아리가 찾아오고, 함께한 행동이 다음 성장을 엽니다.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47B28-C11C-48DD-91D2-A6D8D832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BC6D5-00DE-4AD2-AA56-3200CD68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기획 방향 초안  ·  2026.10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335c83f574cf4"/>
          <a:stretch xmlns:a="http://schemas.openxmlformats.org/drawingml/2006/main"/>
        </p:blipFill>
        <p:spPr>
          <a:xfrm xmlns:a="http://schemas.openxmlformats.org/drawingml/2006/main">
            <a:off x="8543925" y="1971675"/>
            <a:ext cx="2762250" cy="2762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101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2E7F8A-DA18-4D59-A228-F2C14131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전체 게임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D21DA-8F8F-4CDA-A92F-74748DD0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한 번의 제작이 끝이 아니라 다음 행동의 이유가 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8A703-2F66-4C59-AEC5-6450E49F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293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8B1E8-7FBD-4EB8-A4C9-82784F97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삐약마을  ·  핵심 시스템과 성장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AC341-4A7F-45EF-AD70-D2410C4D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DECBF-D92E-47A8-AE8C-56E91C76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38325"/>
            <a:ext cx="657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F709D-C903-481A-BFF7-9B86395C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838325"/>
            <a:ext cx="234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채집·가공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9F17D-4ED7-4713-9326-A9795DDD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66900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지역 재료를 얻고 설비에서 가공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0E3E7-5D21-4B8F-A0DF-42C95869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419350"/>
            <a:ext cx="965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6C147-AD1D-43B1-A39A-E84A17C9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657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A605A-CA54-41BF-967A-132A87CF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28900"/>
            <a:ext cx="234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제작·배치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FD6C5-BD9E-4622-8012-C145CA3E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57475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가구와 도구를 만들어 공간에 설치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1093B5-DF28-4913-BA6D-01433E89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209925"/>
            <a:ext cx="965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76CD97-FBF7-48FB-BB98-D0330024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19475"/>
            <a:ext cx="657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81934-E9C5-4243-ABD1-685B6658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19475"/>
            <a:ext cx="234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발견·맞이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58CA3-362F-4B9A-A7AE-F3349D7F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48050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달라진 공간을 보고 새 병아리가 방문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8CE447-20B9-43A3-BC94-75321792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000500"/>
            <a:ext cx="965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66F2CB-D0CE-474F-8239-5BC54773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657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33D6D4-B57D-4BEE-925E-48D470F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10050"/>
            <a:ext cx="234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함께 생활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94D06F-6707-4CF9-9941-7A7CFA76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38625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병아리와 작업하고 가구를 사용하는 모습을 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A8C0F8-AB0D-4ED1-8817-47E3AA31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91075"/>
            <a:ext cx="965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33931A-C385-4ADF-AF54-E2036AB3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657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E1C764-9F11-4786-BD9A-80F44C35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00625"/>
            <a:ext cx="234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새 성장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93ED18-78C0-4880-B7B1-08FBF89D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29200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특기와 재료가 다음 제작과 지역을 엶</a:t>
            </a:r>
          </a:p>
        </p:txBody>
      </p:sp>
    </p:spTree>
    <p:extLst>
      <p:ext uri="{BB962C8B-B14F-4D97-AF65-F5344CB8AC3E}">
        <p14:creationId xmlns:p14="http://schemas.microsoft.com/office/powerpoint/2010/main" val="10523549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3D97A3-5B86-4806-BCE5-90B01F32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성장은 행동과 공간으로 보입니다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23ED6-FFCF-4EDB-AB06-365C1CA9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레벨 수치보다 플레이어가 새로 할 수 있는 일을 늘립니다.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0D07B-4156-421F-B55A-A6784AE9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293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F2D40-CCFF-483D-912C-15773C61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삐약마을  ·  핵심 시스템과 성장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991F9-32DE-4D5F-9B09-0CE70FF4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99074-6F46-4C19-A98C-BC951AE0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9775"/>
            <a:ext cx="1238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45080-90CA-4D79-91B2-9B0AB0FB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05000"/>
            <a:ext cx="25050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생산 기반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C68A9-119E-47F6-81FA-E391B4F5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526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채집과 가공 설비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5356D-32ED-4241-AC0F-17DD7150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52625"/>
            <a:ext cx="3790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직접 만들 수 있는 물건이 늘어남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6CE87-3325-4FE3-925F-00CF1B96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95575"/>
            <a:ext cx="1014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7AED3-3DF6-4500-9D7F-41239FBE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238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886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7FD89-9E99-4A02-B7BC-9EDCC85F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86075"/>
            <a:ext cx="25050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생활 공간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4DA48-3B01-4BB0-B42A-85F39DBC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337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가구·둥지·길의 배치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AC639-4EB3-48AF-92F9-6CC3F6F1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33700"/>
            <a:ext cx="3790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빈 땅에 주민 생활이 생김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E54A8B-F5CA-477B-B8B5-5A8055A7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6650"/>
            <a:ext cx="1014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6F9E4B-7B75-4114-87AD-BD683BC6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1238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D81DC-538E-4540-84EF-C997566F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25050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주민 협동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0971C-6910-4370-AA1F-456E9509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91477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새 병아리의 특기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292EBB-D55F-446F-B8FC-FAF23A73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14775"/>
            <a:ext cx="3790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기존 설비와 재료의 쓰임이 바뀜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0C571D-429E-4CA4-808B-B1311772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57725"/>
            <a:ext cx="1014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D0B83D-0359-4DB4-975C-DC0680C5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238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886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A78490-05EB-4B84-BCD6-88541AA8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48225"/>
            <a:ext cx="25050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영역 확장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33515B-0C32-4536-864A-059945A3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958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여러 지역의 재료 조합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3261C4-2022-406E-9748-538CA506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95850"/>
            <a:ext cx="3790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공터와 제작 선택이 늘어남</a:t>
            </a:r>
          </a:p>
        </p:txBody>
      </p:sp>
    </p:spTree>
    <p:extLst>
      <p:ext uri="{BB962C8B-B14F-4D97-AF65-F5344CB8AC3E}">
        <p14:creationId xmlns:p14="http://schemas.microsoft.com/office/powerpoint/2010/main" val="5879335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3556A6-037E-4DCB-8A3E-CA0915EA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신규 병아리: 방문부터 일상까지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FB3DB-19A9-4FD0-9459-322A2C5A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한 병아리의 관심사와 특기가 모든 접점에서 이어집니다.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321C5-B522-463B-8E79-2130E198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293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6F430-F72B-4833-867A-31D8DDFE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삐약마을  ·  핵심 시스템과 성장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E2298-1D90-4A3C-A86F-7BE573C4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EC795-1520-4A85-AC46-4524D5BF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14525"/>
            <a:ext cx="1114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rPr>
              <a:t>발견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221E1-15E7-4D6D-A5E1-76861077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895475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무엇에 끌리는가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F14A8-969E-4FF7-9596-69FAE997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14525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화분 주변의 발자국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B219F-DECD-4DD7-A7C6-2A7A4842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10048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B233E-5C29-4076-B9E2-439DAEA7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1114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rPr>
              <a:t>첫 만남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5BE77-6DEB-4A92-BE76-DE1E469D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714625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함께 무엇을 해 보는가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941C3-E460-42C4-AE3F-AF588AA6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33675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첫 물 주기와 새싹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87621-F278-4014-A8D5-6AFB06DA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0048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D3FC1C-8366-4018-BB36-063FC822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1114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rPr>
              <a:t>일상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7423C1-02FC-49A2-9212-F8A78742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533775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혼자 무엇을 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43C67-9992-46C4-98ED-3771687B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52825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화분을 살피고 꽃을 나눔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3200D7-1A66-453F-8443-04BA5518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10048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D5C72E-C19C-4B76-8643-A9379933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1114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rPr>
              <a:t>개입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18C97B-C0E4-444F-8A31-D99AA867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352925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플레이어가 무엇을 바꾸는가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E6C70B-53AE-4A84-9CFC-F3C30D9C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71975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돌볼 화분과 씨앗 선택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A81F84-B6BE-458D-B306-15AD63D4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048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F8A51E-DAC5-466A-8766-3EEFC553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1114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rPr>
              <a:t>성장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286C6A-0257-40A6-8B3D-69D8C308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172075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다음에 무엇이 열리는가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AAACAC-2CB1-4CFA-AB60-698C5AFF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91125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새 정원 가구·생활 장면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C37E7F-83DD-4985-ABEC-4A218869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예시는 특기 설계 방식의 설명이며 확정된 병아리 사양은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0810267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1C3C64-438A-4855-AA2A-F6422659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병아리 특기는 ‘동사’로 구분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66419-08D2-41F5-BAD7-CDB3C44D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새 병아리는 숫자 보너스보다 새로운 장면이나 선택을 만듭니다.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F79FC-A356-46F2-904B-126A4607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293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BC718-7464-4828-83A3-FB4CC5EF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삐약마을  ·  핵심 시스템과 성장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E3D02-1746-4383-94E6-C63567AC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8497D-0623-4CCF-84F7-37D0011C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5000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rPr>
              <a:t>발견·탐색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5545D-6749-4630-B823-24C12C62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4972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숨은 채집처와 병아리 흔적을 찾음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189C4-1EB8-4AE2-8229-BA9E0352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62275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A86FF-562A-4044-B30B-93D118F2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5000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rPr>
              <a:t>기르기·돌보기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100CD-DE77-43B6-8D19-6EA3C63A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4972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자연물과 재배물을 다른 상태로 키움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FF4FA-7250-44AD-A6BB-13992DA2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82D3E-55B2-4E06-AAAD-3A3613DE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5000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rPr>
              <a:t>만들기·고치기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F28BC-2D1C-48BD-9BAE-AA7C28CF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4972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새 가공품을 만들거나 시설을 손봄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709152-8C11-491B-996F-CC37231E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05000"/>
            <a:ext cx="5000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rPr>
              <a:t>운반·연결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184536-5262-42F1-821E-D29C89C5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62200"/>
            <a:ext cx="4972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지역 사이의 재료 이동을 바꿈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F14E9-0160-4F63-AF49-144DEDFF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62275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FC80A-CD95-4490-B50C-B0AA82CF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71825"/>
            <a:ext cx="5000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rPr>
              <a:t>모으기·어울리기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7A2DC-B990-4588-B047-083D659D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29025"/>
            <a:ext cx="4972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공동 가구에 주민을 모음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2BCD9-0F54-4195-BAA0-A4F711CC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29100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DC03D2-1AB3-42F1-BB69-52BEC310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38650"/>
            <a:ext cx="5000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rPr>
              <a:t>밝히기·꾸미기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DB4ED4-2353-4791-8179-0D03AD90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95850"/>
            <a:ext cx="4972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공간의 분위기와 사용 행동을 바꿈</a:t>
            </a:r>
          </a:p>
        </p:txBody>
      </p:sp>
    </p:spTree>
    <p:extLst>
      <p:ext uri="{BB962C8B-B14F-4D97-AF65-F5344CB8AC3E}">
        <p14:creationId xmlns:p14="http://schemas.microsoft.com/office/powerpoint/2010/main" val="9737524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5F283B-AA07-4526-A883-8DFCCCA3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설비·가구·아이템의 역할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92430-B4A2-46A9-9B8D-94A1145B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세 요소가 각각 다른 이유로 필요해야 제작이 재미있습니다.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88015-3E8A-4871-B329-87C6D46B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293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D6A4C-3E19-417B-BEDF-00567879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삐약마을  ·  핵심 시스템과 성장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B0C27-7267-4840-AE6B-382D87A9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F60AB-9CA4-4E78-BC4C-8C9A0532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설비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724AD-6CC6-481E-A2A0-6CB0A7AB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rPr>
              <a:t>무엇을 할 수 있는가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62FD0-91DA-4F0E-B6EC-ACA936CE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43225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채집물을 가공하고 가구·도구를 만듭니다. 병아리 특기로 새 제작법이나 작업 방식이 열립니다.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a3c88fc894e3f"/>
          <a:stretch xmlns:a="http://schemas.openxmlformats.org/drawingml/2006/main"/>
        </p:blipFill>
        <p:spPr>
          <a:xfrm xmlns:a="http://schemas.openxmlformats.org/drawingml/2006/main">
            <a:off x="1700213" y="4686300"/>
            <a:ext cx="1247775" cy="12477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5A709-35A2-4FA1-92D7-FA760568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573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가구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9F89A3-4BBD-4B41-BC33-32653742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rPr>
              <a:t>어디서 일이 벌어지는가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44DEF0-ACFE-4230-B38F-75256B09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43225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방문의 실마리이자 입주 후의 생활 무대입니다. 같은 가구도 사용하는 병아리에 따라 장면이 달라집니다.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45b87bf21416c"/>
          <a:stretch xmlns:a="http://schemas.openxmlformats.org/drawingml/2006/main"/>
        </p:blipFill>
        <p:spPr>
          <a:xfrm xmlns:a="http://schemas.openxmlformats.org/drawingml/2006/main">
            <a:off x="5347335" y="4686300"/>
            <a:ext cx="1497330" cy="12477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C5882-027C-479B-8AB3-731B1876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573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아이템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7DFA5-1AFC-4A05-B991-3B2CEE76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90775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rPr>
              <a:t>무엇을 다음에 만들까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830BB-974F-4CA2-B2F0-E9578CFC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43225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원재료는 가공품이 되고, 가공품은 도구·가구·공동 시설로 이어집니다. 지역 간 제작에도 다시 쓰입니다.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e4b7e88d144b8"/>
          <a:stretch xmlns:a="http://schemas.openxmlformats.org/drawingml/2006/main"/>
        </p:blipFill>
        <p:spPr>
          <a:xfrm xmlns:a="http://schemas.openxmlformats.org/drawingml/2006/main">
            <a:off x="9244013" y="4686300"/>
            <a:ext cx="1247775" cy="12477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294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0762F9-1378-49FC-95F8-C5227585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재화는 획득처와 소비처가 분명해야 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33F8B-3A16-4B7D-B8A5-EBB9DBD1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마을의 성장과 꾸미기에 쓰이는 이유를 먼저 만듭니다.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39A94-7E8F-4F8E-AE4C-0898CD60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293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7E214-D33E-458B-BB38-089107B9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삐약마을  ·  핵심 시스템과 성장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FE06B-AA82-4D77-8129-AB14C2C8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5AD8C-4150-482C-91D8-B79420B0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90700"/>
            <a:ext cx="2809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rPr>
              <a:t>재화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01911-121A-40B3-9F73-15BBA82F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7907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rPr>
              <a:t>얻는 행동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DF101-A3E9-4FBD-91AC-6AE8EEC1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90700"/>
            <a:ext cx="3952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rPr>
              <a:t>주요 소비처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28D84-4386-4232-A009-02F670C1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1040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886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1CD66-472C-41A8-80A1-9F87046F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41935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마을 동전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B6AE4-0567-4002-982E-D4037063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4193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부탁·주문·납품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4A66F-F157-4527-A047-866852CE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19350"/>
            <a:ext cx="3952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일반 꾸미기, 설비 개선, 공터 정비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7F22E-3B49-4AB9-BD58-F8079EF3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2C23C-77A4-4E2F-9F64-79174AF2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8612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지역 재료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45358-540D-4CBC-956B-2E7A7C83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2861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지역별 채집·생산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4DFA54-DDDC-4568-BF37-06C0A02C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3952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가공품, 도구, 가구, 공동 시설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23B1B2-0C5C-4682-9130-A926A3B4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D1EE85-B67A-4522-9B03-C07E77BC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5290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특별 제작 재료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E9DA0C-1EE2-4003-B68C-7E3BB72E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529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협동·공동 활동·발견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DBFF8E-268A-48C1-B7C6-9A5DBE0E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52900"/>
            <a:ext cx="3952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상위 기능 가구와 개성 있는 제작물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54D690-CDD3-4473-837E-3109E05C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D2C92A-28C0-4748-B906-45CFF9BD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1967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유료 재화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12B7F0-B8B0-4952-A000-A3CA5F74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50196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구매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50AF1B-696F-4D98-AEF1-E4DD6DBA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19675"/>
            <a:ext cx="3952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외형·테마 꾸미기와 선택적 편의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09D977-DAF8-45E7-A82F-81ED1FCF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578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행복 별은 소비하는 화폐가 아니라 병아리와 마을의 성장 상태입니다.</a:t>
            </a:r>
          </a:p>
        </p:txBody>
      </p:sp>
    </p:spTree>
    <p:extLst>
      <p:ext uri="{BB962C8B-B14F-4D97-AF65-F5344CB8AC3E}">
        <p14:creationId xmlns:p14="http://schemas.microsoft.com/office/powerpoint/2010/main" val="2615506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08F361-5AEA-41B3-997C-4EC811E7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새 콘텐츠는 기존 마을을 다시 움직입니다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4A6B4-FCE9-4FC0-8B79-C1F9F811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새 병아리 하나가 오래된 가구와 지역에도 새 쓰임을 만들어야 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51385-5E40-4716-A9B9-1F588A04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293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46FD7-80FF-44CC-BB8D-F6D136BF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삐약마을  ·  핵심 시스템과 성장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87549-ECA8-4D51-88D0-B8A34F78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5DC47-BE41-44FA-BCCB-584C9D6F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95475"/>
            <a:ext cx="685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C4795-A448-4161-8ABA-B7118480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895475"/>
            <a:ext cx="22002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관심사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05E4F-F39E-4F07-9C17-F5ACC350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924050"/>
            <a:ext cx="719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어떤 가구·공간을 보고 찾아오는가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29735-066F-492B-A755-F5D2F6D2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562225"/>
            <a:ext cx="965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03FF8-ECBC-45DC-8376-FF8E3F1E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28925"/>
            <a:ext cx="685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33B78-87E7-48A5-9B5A-0C36E77D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828925"/>
            <a:ext cx="22002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첫 행동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493E9-7C52-44F1-938C-E5C595C1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57500"/>
            <a:ext cx="719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맞이하자마자 무엇을 함께 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0E000-5755-4B68-8E1C-6BC77AE6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495675"/>
            <a:ext cx="965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687DF-F821-4F8C-9802-B8D4E9CD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62375"/>
            <a:ext cx="685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A9127-1D3A-4AC0-B188-81EDDF35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762375"/>
            <a:ext cx="22002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반복 역할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17D9C-5884-4B78-9011-D5DA6449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790950"/>
            <a:ext cx="719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어떤 설비·아이템의 쓰임을 바꾸는가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CBDE6D-5B46-48CC-BDFE-1782236F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429125"/>
            <a:ext cx="965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D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DA123-C524-4835-8E75-3511E78B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695825"/>
            <a:ext cx="685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63886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2D2CB8-096F-4257-B1AE-7F5C39FD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695825"/>
            <a:ext cx="22002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주민 관계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3F8848-EB98-489C-8C6C-DD9202F4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724400"/>
            <a:ext cx="719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76B60"/>
                </a:solidFill>
                <a:latin typeface="Malgun Gothic"/>
                <a:ea typeface="Malgun Gothic"/>
                <a:cs typeface="Malgun Gothic"/>
              </a:rPr>
              <a:t>기존 병아리와 어떤 장면을 만드는가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5243FA-F8C8-43E5-8C42-A38150E5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24525"/>
            <a:ext cx="1038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00823B-96A9-46B7-87BE-50AF1B86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28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D2A24"/>
                </a:solidFill>
                <a:latin typeface="Malgun Gothic"/>
                <a:ea typeface="Malgun Gothic"/>
                <a:cs typeface="Malgun Gothic"/>
              </a:rPr>
              <a:t>다음에는 누구와 무엇을 만들어 어떤 장면을 볼까?</a:t>
            </a:r>
          </a:p>
        </p:txBody>
      </p:sp>
    </p:spTree>
    <p:extLst>
      <p:ext uri="{BB962C8B-B14F-4D97-AF65-F5344CB8AC3E}">
        <p14:creationId xmlns:p14="http://schemas.microsoft.com/office/powerpoint/2010/main" val="255481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2026-10-02T07:04:56.7150000Z</dcterms:created>
  <dcterms:modified xsi:type="dcterms:W3CDTF">2026-10-02T07:04:56.7150000Z</dcterms:modified>
</coreProperties>
</file>